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Digital Health </a:t>
            </a:r>
            <a:r>
              <a:rPr lang="en-IN"/>
              <a:t>Card </a:t>
            </a:r>
            <a:r>
              <a:rPr lang="en-IN" smtClean="0"/>
              <a:t>System</a:t>
            </a:r>
            <a:br>
              <a:rPr lang="en-IN" smtClean="0"/>
            </a:b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059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                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data is often scattered across hospitals and labs.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face difficulty in carrying and managing medical records.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Paper-based records are prone to loss, damage, and duplication.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Health Card provides a centralized, secure, and digital solution.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easy access to medical history anytime and anywhere.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148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237581"/>
            <a:ext cx="570335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Patients carry multiple paper reports from different hospitals.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Doctors lack access to complete patient medical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 reports are not centrally stored.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duplication and inconsistency occur frequently.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Emergency treatment is delayed due to missing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secure nominee access in critical situations.</a:t>
            </a:r>
          </a:p>
        </p:txBody>
      </p:sp>
    </p:spTree>
    <p:extLst>
      <p:ext uri="{BB962C8B-B14F-4D97-AF65-F5344CB8AC3E}">
        <p14:creationId xmlns:p14="http://schemas.microsoft.com/office/powerpoint/2010/main" val="3821357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Digital Health Card System.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patient gets a unique digital health ID.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storage of medical reports.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 for doctors and lab technicians.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Nominee access during emergencies.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Admin-controlled system management.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500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237581"/>
            <a:ext cx="585128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Digitize patient medical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secure and quick access to health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paperwork and redundancy.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emergency medical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seamless interaction between patients, doctors, and labs.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data privacy and security.</a:t>
            </a:r>
          </a:p>
        </p:txBody>
      </p:sp>
    </p:spTree>
    <p:extLst>
      <p:ext uri="{BB962C8B-B14F-4D97-AF65-F5344CB8AC3E}">
        <p14:creationId xmlns:p14="http://schemas.microsoft.com/office/powerpoint/2010/main" val="3345556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Users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360691"/>
            <a:ext cx="160800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 Technician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Nominee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</a:p>
        </p:txBody>
      </p:sp>
    </p:spTree>
    <p:extLst>
      <p:ext uri="{BB962C8B-B14F-4D97-AF65-F5344CB8AC3E}">
        <p14:creationId xmlns:p14="http://schemas.microsoft.com/office/powerpoint/2010/main" val="1654676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Module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360691"/>
            <a:ext cx="358091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manage personal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medical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nominee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 health card with doctors.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health history anytime.</a:t>
            </a:r>
          </a:p>
        </p:txBody>
      </p:sp>
    </p:spTree>
    <p:extLst>
      <p:ext uri="{BB962C8B-B14F-4D97-AF65-F5344CB8AC3E}">
        <p14:creationId xmlns:p14="http://schemas.microsoft.com/office/powerpoint/2010/main" val="2503296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483801"/>
            <a:ext cx="329545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 system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Verify doctors and lab technicians.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system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data integrity and security.</a:t>
            </a:r>
          </a:p>
        </p:txBody>
      </p:sp>
    </p:spTree>
    <p:extLst>
      <p:ext uri="{BB962C8B-B14F-4D97-AF65-F5344CB8AC3E}">
        <p14:creationId xmlns:p14="http://schemas.microsoft.com/office/powerpoint/2010/main" val="169056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Module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483801"/>
            <a:ext cx="361457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patient health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 diagnosis and medical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 patient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accurate treatment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3274444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Technician Module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483801"/>
            <a:ext cx="300543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 lab test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Associate reports with patients.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lab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report handling.</a:t>
            </a:r>
          </a:p>
        </p:txBody>
      </p:sp>
    </p:spTree>
    <p:extLst>
      <p:ext uri="{BB962C8B-B14F-4D97-AF65-F5344CB8AC3E}">
        <p14:creationId xmlns:p14="http://schemas.microsoft.com/office/powerpoint/2010/main" val="544037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Nominee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patient details during emergencies.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limited medical history.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emergency PIN for authentication.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 healthcare providers.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807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PATIENT ────&lt; MEDICAL_REPORT &gt;──── DOCTOR</a:t>
            </a:r>
          </a:p>
          <a:p>
            <a:r>
              <a:rPr lang="en-IN" dirty="0"/>
              <a:t>   |               |</a:t>
            </a:r>
          </a:p>
          <a:p>
            <a:r>
              <a:rPr lang="en-IN" dirty="0"/>
              <a:t>   |               |</a:t>
            </a:r>
          </a:p>
          <a:p>
            <a:r>
              <a:rPr lang="en-IN" dirty="0"/>
              <a:t>   └─── NOMINEE    LAB_TECHNICIAN</a:t>
            </a:r>
          </a:p>
          <a:p>
            <a:endParaRPr lang="en-IN" dirty="0"/>
          </a:p>
          <a:p>
            <a:r>
              <a:rPr lang="en-IN" dirty="0"/>
              <a:t>ADMIN ─── manages ─── PATIENT / DOCTOR / LAB_TECHNICIAN</a:t>
            </a:r>
          </a:p>
        </p:txBody>
      </p:sp>
    </p:spTree>
    <p:extLst>
      <p:ext uri="{BB962C8B-B14F-4D97-AF65-F5344CB8AC3E}">
        <p14:creationId xmlns:p14="http://schemas.microsoft.com/office/powerpoint/2010/main" val="762629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Overview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114469"/>
            <a:ext cx="687412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Entities: Patient, Doctor, Lab Technician, Medical Report, Nominee, Admin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 → Medical Report (1:M)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 → Medical Report (1:M)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 Technician → Medical Report (1:M)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 → Nominee (1:1)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086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access to medical history.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paperwork.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emergency care.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coordination among healthcare providers.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reliable data management.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72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360691"/>
            <a:ext cx="301024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Hospitals and clinics.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Diagnostic laboratories.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Emergency healthcare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Insurance verification.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Government health programs.</a:t>
            </a:r>
          </a:p>
        </p:txBody>
      </p:sp>
    </p:spTree>
    <p:extLst>
      <p:ext uri="{BB962C8B-B14F-4D97-AF65-F5344CB8AC3E}">
        <p14:creationId xmlns:p14="http://schemas.microsoft.com/office/powerpoint/2010/main" val="2823518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360691"/>
            <a:ext cx="509735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Health Card simplifies healthcare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 and patient safety.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and centralized medical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modern digital healthcare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step towards smart and connected healthcare.</a:t>
            </a:r>
          </a:p>
        </p:txBody>
      </p:sp>
    </p:spTree>
    <p:extLst>
      <p:ext uri="{BB962C8B-B14F-4D97-AF65-F5344CB8AC3E}">
        <p14:creationId xmlns:p14="http://schemas.microsoft.com/office/powerpoint/2010/main" val="3621810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Thank you love Images - Free Download on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04" y="1358537"/>
            <a:ext cx="9640389" cy="4990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83347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</TotalTime>
  <Words>475</Words>
  <Application>Microsoft Office PowerPoint</Application>
  <PresentationFormat>Widescreen</PresentationFormat>
  <Paragraphs>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Century Gothic</vt:lpstr>
      <vt:lpstr>Times New Roman</vt:lpstr>
      <vt:lpstr>Wingdings 3</vt:lpstr>
      <vt:lpstr>Wisp</vt:lpstr>
      <vt:lpstr>Digital Health Card System </vt:lpstr>
      <vt:lpstr>                      Introduction</vt:lpstr>
      <vt:lpstr>Problem Statement</vt:lpstr>
      <vt:lpstr>Proposed Solution</vt:lpstr>
      <vt:lpstr>Objectives</vt:lpstr>
      <vt:lpstr>System Users</vt:lpstr>
      <vt:lpstr>Patient Module</vt:lpstr>
      <vt:lpstr>Admin Module</vt:lpstr>
      <vt:lpstr>Doctor Module</vt:lpstr>
      <vt:lpstr>Lab Technician Module</vt:lpstr>
      <vt:lpstr>Nominee Module</vt:lpstr>
      <vt:lpstr>PowerPoint Presentation</vt:lpstr>
      <vt:lpstr>ER Diagram Overview</vt:lpstr>
      <vt:lpstr> Advantages </vt:lpstr>
      <vt:lpstr>Applications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3</cp:revision>
  <dcterms:created xsi:type="dcterms:W3CDTF">2026-01-26T08:15:29Z</dcterms:created>
  <dcterms:modified xsi:type="dcterms:W3CDTF">2026-01-26T08:37:10Z</dcterms:modified>
</cp:coreProperties>
</file>